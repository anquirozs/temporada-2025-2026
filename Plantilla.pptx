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FE"/>
    <a:srgbClr val="FB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60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6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397CB979-98F9-EFD8-BFF1-A0CDDB6F48A7}"/>
              </a:ext>
            </a:extLst>
          </p:cNvPr>
          <p:cNvGrpSpPr/>
          <p:nvPr/>
        </p:nvGrpSpPr>
        <p:grpSpPr>
          <a:xfrm>
            <a:off x="635933" y="119476"/>
            <a:ext cx="10956977" cy="6596634"/>
            <a:chOff x="635933" y="119476"/>
            <a:chExt cx="10956977" cy="6596634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8DE7359B-1BDF-ACF1-0186-DBA6940CE294}"/>
                </a:ext>
              </a:extLst>
            </p:cNvPr>
            <p:cNvSpPr/>
            <p:nvPr/>
          </p:nvSpPr>
          <p:spPr>
            <a:xfrm>
              <a:off x="635933" y="119476"/>
              <a:ext cx="10956977" cy="6596634"/>
            </a:xfrm>
            <a:prstGeom prst="roundRect">
              <a:avLst>
                <a:gd name="adj" fmla="val 5622"/>
              </a:avLst>
            </a:prstGeom>
            <a:solidFill>
              <a:srgbClr val="FBF7FE"/>
            </a:solidFill>
            <a:ln>
              <a:solidFill>
                <a:srgbClr val="FBF7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" name="Rectángulo redondeado 4">
              <a:extLst>
                <a:ext uri="{FF2B5EF4-FFF2-40B4-BE49-F238E27FC236}">
                  <a16:creationId xmlns:a16="http://schemas.microsoft.com/office/drawing/2014/main" id="{F864F928-B75A-2F57-B03B-174217D844FF}"/>
                </a:ext>
              </a:extLst>
            </p:cNvPr>
            <p:cNvSpPr/>
            <p:nvPr/>
          </p:nvSpPr>
          <p:spPr>
            <a:xfrm>
              <a:off x="875176" y="3429001"/>
              <a:ext cx="3192328" cy="3160986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89EBFDEF-C30B-0B42-B075-AEF47251E21A}"/>
                </a:ext>
              </a:extLst>
            </p:cNvPr>
            <p:cNvSpPr/>
            <p:nvPr/>
          </p:nvSpPr>
          <p:spPr>
            <a:xfrm>
              <a:off x="986367" y="4130566"/>
              <a:ext cx="2955012" cy="2385179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2BFB540F-69DD-4D70-75C7-0276CAE278AE}"/>
                </a:ext>
              </a:extLst>
            </p:cNvPr>
            <p:cNvSpPr/>
            <p:nvPr/>
          </p:nvSpPr>
          <p:spPr>
            <a:xfrm>
              <a:off x="7445743" y="3429001"/>
              <a:ext cx="3822950" cy="3160986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DC2F2470-097F-68A0-F46D-F86CFAF25D29}"/>
                </a:ext>
              </a:extLst>
            </p:cNvPr>
            <p:cNvSpPr/>
            <p:nvPr/>
          </p:nvSpPr>
          <p:spPr>
            <a:xfrm>
              <a:off x="7556935" y="4130566"/>
              <a:ext cx="3593934" cy="2385179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D12BDEB7-301C-3F1D-5F3A-B512034577FF}"/>
                </a:ext>
              </a:extLst>
            </p:cNvPr>
            <p:cNvSpPr/>
            <p:nvPr/>
          </p:nvSpPr>
          <p:spPr>
            <a:xfrm>
              <a:off x="4160459" y="3429000"/>
              <a:ext cx="3192328" cy="3160986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Rectángulo redondeado 9">
              <a:extLst>
                <a:ext uri="{FF2B5EF4-FFF2-40B4-BE49-F238E27FC236}">
                  <a16:creationId xmlns:a16="http://schemas.microsoft.com/office/drawing/2014/main" id="{6022B3B4-A20D-DBD6-1A3F-C922B78B6C95}"/>
                </a:ext>
              </a:extLst>
            </p:cNvPr>
            <p:cNvSpPr/>
            <p:nvPr/>
          </p:nvSpPr>
          <p:spPr>
            <a:xfrm>
              <a:off x="4271650" y="4130565"/>
              <a:ext cx="2955012" cy="2385179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" name="Rectángulo redondeado 10">
              <a:extLst>
                <a:ext uri="{FF2B5EF4-FFF2-40B4-BE49-F238E27FC236}">
                  <a16:creationId xmlns:a16="http://schemas.microsoft.com/office/drawing/2014/main" id="{FCA5A6BC-21C7-04A8-9260-CB224C544267}"/>
                </a:ext>
              </a:extLst>
            </p:cNvPr>
            <p:cNvSpPr/>
            <p:nvPr/>
          </p:nvSpPr>
          <p:spPr>
            <a:xfrm>
              <a:off x="791096" y="278523"/>
              <a:ext cx="10623138" cy="63657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FB2E7CB9-E072-0270-D47E-94A79D0E1783}"/>
                </a:ext>
              </a:extLst>
            </p:cNvPr>
            <p:cNvSpPr/>
            <p:nvPr/>
          </p:nvSpPr>
          <p:spPr>
            <a:xfrm>
              <a:off x="4160458" y="1074142"/>
              <a:ext cx="7126469" cy="2110492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3" name="Rectángulo redondeado 12">
              <a:extLst>
                <a:ext uri="{FF2B5EF4-FFF2-40B4-BE49-F238E27FC236}">
                  <a16:creationId xmlns:a16="http://schemas.microsoft.com/office/drawing/2014/main" id="{374C707C-2370-53A4-2028-40ABAE047CF0}"/>
                </a:ext>
              </a:extLst>
            </p:cNvPr>
            <p:cNvSpPr/>
            <p:nvPr/>
          </p:nvSpPr>
          <p:spPr>
            <a:xfrm>
              <a:off x="4271649" y="1616660"/>
              <a:ext cx="6879219" cy="1452361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7C66542A-EFFA-7030-9DC9-37379A6C83A1}"/>
                </a:ext>
              </a:extLst>
            </p:cNvPr>
            <p:cNvSpPr/>
            <p:nvPr/>
          </p:nvSpPr>
          <p:spPr>
            <a:xfrm>
              <a:off x="875175" y="1074142"/>
              <a:ext cx="3192328" cy="2110492"/>
            </a:xfrm>
            <a:prstGeom prst="roundRect">
              <a:avLst>
                <a:gd name="adj" fmla="val 880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92BCA970-BDAB-CA2B-BD67-7C424519C1C4}"/>
                </a:ext>
              </a:extLst>
            </p:cNvPr>
            <p:cNvSpPr/>
            <p:nvPr/>
          </p:nvSpPr>
          <p:spPr>
            <a:xfrm>
              <a:off x="986367" y="1616660"/>
              <a:ext cx="2955012" cy="1452361"/>
            </a:xfrm>
            <a:prstGeom prst="roundRect">
              <a:avLst>
                <a:gd name="adj" fmla="val 8809"/>
              </a:avLst>
            </a:prstGeom>
            <a:solidFill>
              <a:srgbClr val="F3F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043922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Andrés Antonio Quiroz Sánchez</cp:lastModifiedBy>
  <cp:revision>5</cp:revision>
  <dcterms:created xsi:type="dcterms:W3CDTF">2025-12-10T18:08:01Z</dcterms:created>
  <dcterms:modified xsi:type="dcterms:W3CDTF">2025-12-10T23:36:37Z</dcterms:modified>
</cp:coreProperties>
</file>