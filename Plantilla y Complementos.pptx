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7FE"/>
    <a:srgbClr val="FBF7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80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7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o 15">
            <a:extLst>
              <a:ext uri="{FF2B5EF4-FFF2-40B4-BE49-F238E27FC236}">
                <a16:creationId xmlns:a16="http://schemas.microsoft.com/office/drawing/2014/main" id="{397CB979-98F9-EFD8-BFF1-A0CDDB6F48A7}"/>
              </a:ext>
            </a:extLst>
          </p:cNvPr>
          <p:cNvGrpSpPr/>
          <p:nvPr/>
        </p:nvGrpSpPr>
        <p:grpSpPr>
          <a:xfrm>
            <a:off x="635933" y="119476"/>
            <a:ext cx="10956977" cy="6596634"/>
            <a:chOff x="635933" y="119476"/>
            <a:chExt cx="10956977" cy="6596634"/>
          </a:xfrm>
        </p:grpSpPr>
        <p:sp>
          <p:nvSpPr>
            <p:cNvPr id="2" name="Rectángulo redondeado 1">
              <a:extLst>
                <a:ext uri="{FF2B5EF4-FFF2-40B4-BE49-F238E27FC236}">
                  <a16:creationId xmlns:a16="http://schemas.microsoft.com/office/drawing/2014/main" id="{8DE7359B-1BDF-ACF1-0186-DBA6940CE294}"/>
                </a:ext>
              </a:extLst>
            </p:cNvPr>
            <p:cNvSpPr/>
            <p:nvPr/>
          </p:nvSpPr>
          <p:spPr>
            <a:xfrm>
              <a:off x="635933" y="119476"/>
              <a:ext cx="10956977" cy="6596634"/>
            </a:xfrm>
            <a:prstGeom prst="roundRect">
              <a:avLst>
                <a:gd name="adj" fmla="val 5622"/>
              </a:avLst>
            </a:prstGeom>
            <a:solidFill>
              <a:srgbClr val="FBF7FE"/>
            </a:solidFill>
            <a:ln>
              <a:solidFill>
                <a:srgbClr val="FBF7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" name="Rectángulo redondeado 4">
              <a:extLst>
                <a:ext uri="{FF2B5EF4-FFF2-40B4-BE49-F238E27FC236}">
                  <a16:creationId xmlns:a16="http://schemas.microsoft.com/office/drawing/2014/main" id="{F864F928-B75A-2F57-B03B-174217D844FF}"/>
                </a:ext>
              </a:extLst>
            </p:cNvPr>
            <p:cNvSpPr/>
            <p:nvPr/>
          </p:nvSpPr>
          <p:spPr>
            <a:xfrm>
              <a:off x="875176" y="3429001"/>
              <a:ext cx="3192328" cy="3160986"/>
            </a:xfrm>
            <a:prstGeom prst="roundRect">
              <a:avLst>
                <a:gd name="adj" fmla="val 880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6" name="Rectángulo redondeado 5">
              <a:extLst>
                <a:ext uri="{FF2B5EF4-FFF2-40B4-BE49-F238E27FC236}">
                  <a16:creationId xmlns:a16="http://schemas.microsoft.com/office/drawing/2014/main" id="{89EBFDEF-C30B-0B42-B075-AEF47251E21A}"/>
                </a:ext>
              </a:extLst>
            </p:cNvPr>
            <p:cNvSpPr/>
            <p:nvPr/>
          </p:nvSpPr>
          <p:spPr>
            <a:xfrm>
              <a:off x="986367" y="4130566"/>
              <a:ext cx="2955012" cy="2385179"/>
            </a:xfrm>
            <a:prstGeom prst="roundRect">
              <a:avLst>
                <a:gd name="adj" fmla="val 8809"/>
              </a:avLst>
            </a:prstGeom>
            <a:solidFill>
              <a:srgbClr val="F3F3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2BFB540F-69DD-4D70-75C7-0276CAE278AE}"/>
                </a:ext>
              </a:extLst>
            </p:cNvPr>
            <p:cNvSpPr/>
            <p:nvPr/>
          </p:nvSpPr>
          <p:spPr>
            <a:xfrm>
              <a:off x="7445743" y="3429001"/>
              <a:ext cx="3822950" cy="3160986"/>
            </a:xfrm>
            <a:prstGeom prst="roundRect">
              <a:avLst>
                <a:gd name="adj" fmla="val 880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DC2F2470-097F-68A0-F46D-F86CFAF25D29}"/>
                </a:ext>
              </a:extLst>
            </p:cNvPr>
            <p:cNvSpPr/>
            <p:nvPr/>
          </p:nvSpPr>
          <p:spPr>
            <a:xfrm>
              <a:off x="7556935" y="4130566"/>
              <a:ext cx="3593934" cy="2385179"/>
            </a:xfrm>
            <a:prstGeom prst="roundRect">
              <a:avLst>
                <a:gd name="adj" fmla="val 8809"/>
              </a:avLst>
            </a:prstGeom>
            <a:solidFill>
              <a:srgbClr val="F3F3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9" name="Rectángulo redondeado 8">
              <a:extLst>
                <a:ext uri="{FF2B5EF4-FFF2-40B4-BE49-F238E27FC236}">
                  <a16:creationId xmlns:a16="http://schemas.microsoft.com/office/drawing/2014/main" id="{D12BDEB7-301C-3F1D-5F3A-B512034577FF}"/>
                </a:ext>
              </a:extLst>
            </p:cNvPr>
            <p:cNvSpPr/>
            <p:nvPr/>
          </p:nvSpPr>
          <p:spPr>
            <a:xfrm>
              <a:off x="4160459" y="3429000"/>
              <a:ext cx="3192328" cy="3160986"/>
            </a:xfrm>
            <a:prstGeom prst="roundRect">
              <a:avLst>
                <a:gd name="adj" fmla="val 880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0" name="Rectángulo redondeado 9">
              <a:extLst>
                <a:ext uri="{FF2B5EF4-FFF2-40B4-BE49-F238E27FC236}">
                  <a16:creationId xmlns:a16="http://schemas.microsoft.com/office/drawing/2014/main" id="{6022B3B4-A20D-DBD6-1A3F-C922B78B6C95}"/>
                </a:ext>
              </a:extLst>
            </p:cNvPr>
            <p:cNvSpPr/>
            <p:nvPr/>
          </p:nvSpPr>
          <p:spPr>
            <a:xfrm>
              <a:off x="4271650" y="4130565"/>
              <a:ext cx="2955012" cy="2385179"/>
            </a:xfrm>
            <a:prstGeom prst="roundRect">
              <a:avLst>
                <a:gd name="adj" fmla="val 8809"/>
              </a:avLst>
            </a:prstGeom>
            <a:solidFill>
              <a:srgbClr val="F3F3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1" name="Rectángulo redondeado 10">
              <a:extLst>
                <a:ext uri="{FF2B5EF4-FFF2-40B4-BE49-F238E27FC236}">
                  <a16:creationId xmlns:a16="http://schemas.microsoft.com/office/drawing/2014/main" id="{FCA5A6BC-21C7-04A8-9260-CB224C544267}"/>
                </a:ext>
              </a:extLst>
            </p:cNvPr>
            <p:cNvSpPr/>
            <p:nvPr/>
          </p:nvSpPr>
          <p:spPr>
            <a:xfrm>
              <a:off x="791096" y="278523"/>
              <a:ext cx="10623138" cy="63657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2" name="Rectángulo redondeado 11">
              <a:extLst>
                <a:ext uri="{FF2B5EF4-FFF2-40B4-BE49-F238E27FC236}">
                  <a16:creationId xmlns:a16="http://schemas.microsoft.com/office/drawing/2014/main" id="{FB2E7CB9-E072-0270-D47E-94A79D0E1783}"/>
                </a:ext>
              </a:extLst>
            </p:cNvPr>
            <p:cNvSpPr/>
            <p:nvPr/>
          </p:nvSpPr>
          <p:spPr>
            <a:xfrm>
              <a:off x="4160458" y="1074142"/>
              <a:ext cx="7126469" cy="2110492"/>
            </a:xfrm>
            <a:prstGeom prst="roundRect">
              <a:avLst>
                <a:gd name="adj" fmla="val 880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3" name="Rectángulo redondeado 12">
              <a:extLst>
                <a:ext uri="{FF2B5EF4-FFF2-40B4-BE49-F238E27FC236}">
                  <a16:creationId xmlns:a16="http://schemas.microsoft.com/office/drawing/2014/main" id="{374C707C-2370-53A4-2028-40ABAE047CF0}"/>
                </a:ext>
              </a:extLst>
            </p:cNvPr>
            <p:cNvSpPr/>
            <p:nvPr/>
          </p:nvSpPr>
          <p:spPr>
            <a:xfrm>
              <a:off x="4271649" y="1616660"/>
              <a:ext cx="6879219" cy="1452361"/>
            </a:xfrm>
            <a:prstGeom prst="roundRect">
              <a:avLst>
                <a:gd name="adj" fmla="val 8809"/>
              </a:avLst>
            </a:prstGeom>
            <a:solidFill>
              <a:srgbClr val="F3F3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id="{7C66542A-EFFA-7030-9DC9-37379A6C83A1}"/>
                </a:ext>
              </a:extLst>
            </p:cNvPr>
            <p:cNvSpPr/>
            <p:nvPr/>
          </p:nvSpPr>
          <p:spPr>
            <a:xfrm>
              <a:off x="875175" y="1074142"/>
              <a:ext cx="3192328" cy="2110492"/>
            </a:xfrm>
            <a:prstGeom prst="roundRect">
              <a:avLst>
                <a:gd name="adj" fmla="val 880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5" name="Rectángulo redondeado 14">
              <a:extLst>
                <a:ext uri="{FF2B5EF4-FFF2-40B4-BE49-F238E27FC236}">
                  <a16:creationId xmlns:a16="http://schemas.microsoft.com/office/drawing/2014/main" id="{92BCA970-BDAB-CA2B-BD67-7C424519C1C4}"/>
                </a:ext>
              </a:extLst>
            </p:cNvPr>
            <p:cNvSpPr/>
            <p:nvPr/>
          </p:nvSpPr>
          <p:spPr>
            <a:xfrm>
              <a:off x="986367" y="1616660"/>
              <a:ext cx="2955012" cy="1452361"/>
            </a:xfrm>
            <a:prstGeom prst="roundRect">
              <a:avLst>
                <a:gd name="adj" fmla="val 8809"/>
              </a:avLst>
            </a:prstGeom>
            <a:solidFill>
              <a:srgbClr val="F3F3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3043922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9610348-010B-4D99-79F8-C10060525DCA}"/>
              </a:ext>
            </a:extLst>
          </p:cNvPr>
          <p:cNvSpPr txBox="1"/>
          <p:nvPr/>
        </p:nvSpPr>
        <p:spPr>
          <a:xfrm>
            <a:off x="567559" y="199697"/>
            <a:ext cx="3365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dirty="0"/>
              <a:t>Paleta de colores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F8B6536-4D72-56A4-4301-090368BA8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2029967"/>
            <a:ext cx="6350000" cy="12700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6427F5E-DCF3-EC89-BD0E-9D272856E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3599725"/>
            <a:ext cx="6350000" cy="1270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EEAD1EA-4E40-E6E2-3D4F-F9B56D7688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062" y="1535449"/>
            <a:ext cx="962791" cy="256744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FFD07FF-C742-DE6C-BBAD-9C70D9BEE4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3620" y="2160269"/>
            <a:ext cx="1050066" cy="1942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57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Imagen de ">
            <a:extLst>
              <a:ext uri="{FF2B5EF4-FFF2-40B4-BE49-F238E27FC236}">
                <a16:creationId xmlns:a16="http://schemas.microsoft.com/office/drawing/2014/main" id="{43C364A9-D419-5EFE-3B9B-F578AC4148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553278"/>
            <a:ext cx="4134678" cy="4134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_tradnl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DD1E94C-CCE4-1FCE-48CA-10A58F820E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75" t="8954" r="7507" b="9016"/>
          <a:stretch>
            <a:fillRect/>
          </a:stretch>
        </p:blipFill>
        <p:spPr>
          <a:xfrm>
            <a:off x="323194" y="782966"/>
            <a:ext cx="2953408" cy="285295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1BB0433-7ED2-4EA6-8D9A-1CB7F79AB352}"/>
              </a:ext>
            </a:extLst>
          </p:cNvPr>
          <p:cNvSpPr txBox="1"/>
          <p:nvPr/>
        </p:nvSpPr>
        <p:spPr>
          <a:xfrm>
            <a:off x="518899" y="136635"/>
            <a:ext cx="22978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dirty="0"/>
              <a:t>Pictograma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9B1F06D-3912-A54C-021E-B6C11660B2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21" t="6321" r="19419" b="7364"/>
          <a:stretch>
            <a:fillRect/>
          </a:stretch>
        </p:blipFill>
        <p:spPr>
          <a:xfrm>
            <a:off x="4814802" y="674571"/>
            <a:ext cx="1954923" cy="275442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64339E2-A261-D77D-7438-0FEFB9B059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78" t="15207" r="7375" b="15450"/>
          <a:stretch>
            <a:fillRect/>
          </a:stretch>
        </p:blipFill>
        <p:spPr>
          <a:xfrm>
            <a:off x="186993" y="3635918"/>
            <a:ext cx="3501087" cy="277627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50AFC8A-C07E-C8B8-7AFF-17492731547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630" t="9306" r="18783" b="8764"/>
          <a:stretch>
            <a:fillRect/>
          </a:stretch>
        </p:blipFill>
        <p:spPr>
          <a:xfrm>
            <a:off x="4680130" y="3429000"/>
            <a:ext cx="2224269" cy="286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777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2967</TotalTime>
  <Words>4</Words>
  <Application>Microsoft Macintosh PowerPoint</Application>
  <PresentationFormat>Panorámica</PresentationFormat>
  <Paragraphs>2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Andrés Antonio Quiroz Sánchez</cp:lastModifiedBy>
  <cp:revision>13</cp:revision>
  <dcterms:created xsi:type="dcterms:W3CDTF">2025-12-10T18:08:01Z</dcterms:created>
  <dcterms:modified xsi:type="dcterms:W3CDTF">2025-12-14T00:40:24Z</dcterms:modified>
</cp:coreProperties>
</file>